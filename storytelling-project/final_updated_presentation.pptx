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Project Presentation</a:t>
            </a:r>
          </a:p>
          <a:p>
            <a:r>
              <a:t>Name: Samir Azam</a:t>
            </a:r>
          </a:p>
          <a:p>
            <a:r>
              <a:t>Domain: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behavior, spending patterns, and preferences using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demographics, product preferences, spending behavior, and shopping frequency.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Majority users aged 20–30</a:t>
            </a:r>
          </a:p>
          <a:p>
            <a:r>
              <a:t>• Clothing is most popular</a:t>
            </a:r>
          </a:p>
          <a:p>
            <a:r>
              <a:t>• Spending ₹1000–₹5000</a:t>
            </a:r>
          </a:p>
          <a:p>
            <a:r>
              <a:t>• Moderate shopping 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prefer branded products</a:t>
            </a:r>
          </a:p>
          <a:p>
            <a:r>
              <a:t>• Mid-range pricing dominates</a:t>
            </a:r>
          </a:p>
          <a:p>
            <a:r>
              <a:t>• Young users are key target segment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users preferring cheaper products spend differently than those preferring branded products?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Chi-Square Test used to analyze relationship between:</a:t>
            </a:r>
          </a:p>
          <a:p>
            <a:r>
              <a:t>- Brand Preference</a:t>
            </a:r>
          </a:p>
          <a:p>
            <a:r>
              <a:t>- Spending 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Chi-Square Value: 15.87</a:t>
            </a:r>
          </a:p>
          <a:p>
            <a:r>
              <a:t>P-Value: 0.0032</a:t>
            </a:r>
          </a:p>
          <a:p/>
          <a:p>
            <a:r>
              <a:t>Result: Statistically Significant Relationship</a:t>
            </a:r>
          </a:p>
          <a:p>
            <a:r>
              <a:t>Spending pattern depends on brand preference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behavior shows clear trends.</a:t>
            </a:r>
          </a:p>
          <a:p>
            <a:r>
              <a:t>Brand preference significantly influences spending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clothing category</a:t>
            </a:r>
          </a:p>
          <a:p>
            <a:r>
              <a:t>• Target young users</a:t>
            </a:r>
          </a:p>
          <a:p>
            <a:r>
              <a:t>• Optimize mid-range pricing</a:t>
            </a:r>
          </a:p>
          <a:p>
            <a:r>
              <a:t>• Strengthen branding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